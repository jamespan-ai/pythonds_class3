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65" r:id="rId3"/>
    <p:sldId id="277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93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3F88FB"/>
    <a:srgbClr val="C0A97A"/>
    <a:srgbClr val="D9CBAE"/>
    <a:srgbClr val="5DA2B1"/>
    <a:srgbClr val="2F9790"/>
    <a:srgbClr val="55C0AF"/>
    <a:srgbClr val="FEF1E1"/>
    <a:srgbClr val="113F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11" autoAdjust="0"/>
    <p:restoredTop sz="96702" autoAdjust="0"/>
  </p:normalViewPr>
  <p:slideViewPr>
    <p:cSldViewPr snapToGrid="0">
      <p:cViewPr varScale="1">
        <p:scale>
          <a:sx n="114" d="100"/>
          <a:sy n="114" d="100"/>
        </p:scale>
        <p:origin x="516" y="102"/>
      </p:cViewPr>
      <p:guideLst>
        <p:guide pos="93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CC73A6B-BB26-4B12-BFB8-2B873AE12267}" type="datetimeFigureOut">
              <a:rPr lang="zh-CN" altLang="en-US" smtClean="0"/>
              <a:pPr/>
              <a:t>2026/5/8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E5701FA-A99B-4EA7-BD9A-49A04217BC0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522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329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225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448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418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324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866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221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8151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398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125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7359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5123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5289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047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408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2014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3918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5701FA-A99B-4EA7-BD9A-49A04217BC0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334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1ECB1-5A5B-4C6B-8360-EEF4E78043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FCC059-4D8E-4C87-A4D1-E4C9E1D59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04FCF4-9A9C-407F-A896-63764D12F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A6E786-3F61-4FD7-AF4B-5CAEC066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126972-3EDC-4D3D-817C-4CCC7969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2905"/>
      </p:ext>
    </p:extLst>
  </p:cSld>
  <p:clrMapOvr>
    <a:masterClrMapping/>
  </p:clrMapOvr>
  <p:transition spd="slow" advClick="0" advTm="1000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A1C3F-F90A-43A4-9ECD-F00719B56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48D4E4-35F0-4517-A710-16EC96626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82627A-5DA8-42DB-A0E5-883D1EDEE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9759C-075D-43BD-B60D-906336D3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769EA7-A4C8-47A7-9F4D-3E4EF4FE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20956"/>
      </p:ext>
    </p:extLst>
  </p:cSld>
  <p:clrMapOvr>
    <a:masterClrMapping/>
  </p:clrMapOvr>
  <p:transition spd="slow" advClick="0" advTm="1000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030536-6B8C-499F-B691-282A56B22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2699D7-1ACB-40EF-8948-18C67F14D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C0F2B-275E-4EFF-8736-59FDF6520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CBD68-7556-4277-A9CC-0E3698CDD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552142-513F-4E0A-A832-EC32ABA8C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929136"/>
      </p:ext>
    </p:extLst>
  </p:cSld>
  <p:clrMapOvr>
    <a:masterClrMapping/>
  </p:clrMapOvr>
  <p:transition spd="slow" advClick="0" advTm="1000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A5A0C-41EF-4EF1-B9B9-E309AF824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98F9A6-7009-487C-9335-9B2655AF3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2523A4-6D85-4E26-BAD9-B5DED0F0D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1B68CC-03DA-4133-9A62-45795BDC5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7433D43-A8D0-4374-ACF8-E247BE39B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94F08B-6269-48AE-88E7-BDBB0876F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417601"/>
      </p:ext>
    </p:extLst>
  </p:cSld>
  <p:clrMapOvr>
    <a:masterClrMapping/>
  </p:clrMapOvr>
  <p:transition spd="slow" advClick="0" advTm="1000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4134E-0BE5-46C0-929C-F9D4A023F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2113C5-ADEA-4974-BB14-86DAC381E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390FF6-61F4-44DF-9C58-15C7C9EAC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84E920-1203-43C5-9836-AEA955263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FAE36B-07A4-4C4E-9A5F-B58F269982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6239AA-BEC2-47D5-B295-1C438B9D2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37E89F-FD72-4884-A2DC-4121C65FD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094C68-E649-4A58-B70D-88A203523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60699"/>
      </p:ext>
    </p:extLst>
  </p:cSld>
  <p:clrMapOvr>
    <a:masterClrMapping/>
  </p:clrMapOvr>
  <p:transition spd="slow" advClick="0" advTm="1000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5F94A4-B8D7-43C1-80C9-73E124F4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84A534-7F72-44DB-AAA0-39763DA8C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8F81B8-2C1B-46DA-9FC4-FA4EA6C31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DEF5E0-2338-4BAC-8681-B56466F2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449038"/>
      </p:ext>
    </p:extLst>
  </p:cSld>
  <p:clrMapOvr>
    <a:masterClrMapping/>
  </p:clrMapOvr>
  <p:transition spd="slow" advClick="0" advTm="1000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AE1E47-1B45-4380-AE38-48F51410E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744B09-219A-4BAE-A64A-BA6F51CC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5B1853-F3A0-4843-A7DD-B071FABAE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0800759"/>
      </p:ext>
    </p:extLst>
  </p:cSld>
  <p:clrMapOvr>
    <a:masterClrMapping/>
  </p:clrMapOvr>
  <p:transition spd="slow" advClick="0" advTm="1000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A05EE-C361-48B2-881C-5FEDBCF9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6B7BA2-C07B-486A-AEBA-E8A379FAE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609B8D7-C342-4349-A52B-0F630C496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1A0A05-2E78-4B68-9275-72A698131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8D064B-850C-449A-B16D-36BA1C5A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919E08-2488-46A8-8B39-E8E3B1A72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275376"/>
      </p:ext>
    </p:extLst>
  </p:cSld>
  <p:clrMapOvr>
    <a:masterClrMapping/>
  </p:clrMapOvr>
  <p:transition spd="slow" advClick="0" advTm="1000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19821D-3169-462D-BDC5-707DAA373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5970DE-180B-463A-842D-4B948B1E4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048C78-1503-4FD7-8859-990F963DF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4969D1-8A89-4051-A7A3-053E791C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B7B8CF-C72E-438F-A999-E8DA5482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73A437-B948-459B-B14D-44D796DE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57962"/>
      </p:ext>
    </p:extLst>
  </p:cSld>
  <p:clrMapOvr>
    <a:masterClrMapping/>
  </p:clrMapOvr>
  <p:transition spd="slow" advClick="0" advTm="1000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17C0B-618B-4B07-8FEE-212F45DF6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6156C6-4F3E-4B26-BEF6-C658183E3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0B155B-888E-4B42-8139-225B7CE4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848B8B-A45D-48D2-B95C-C2340234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2847D2-37FF-491E-86F7-2A77B2A5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515817"/>
      </p:ext>
    </p:extLst>
  </p:cSld>
  <p:clrMapOvr>
    <a:masterClrMapping/>
  </p:clrMapOvr>
  <p:transition spd="slow" advClick="0" advTm="1000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B51B0E-C5ED-4931-852F-A8DA7E1DB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5174B4-31E8-4BEF-8942-FD3548C70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B8F4D3-431E-44CF-A028-C91E2137E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BAB08-D03A-4FEF-8092-001CB785BBAB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D0F09A-E73B-492B-B10B-3218D86A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BE3E4A-3F9F-4FA6-A0A2-122D22E5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AB37BB-E8A6-440B-8775-2A002C97BC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763146"/>
      </p:ext>
    </p:extLst>
  </p:cSld>
  <p:clrMapOvr>
    <a:masterClrMapping/>
  </p:clrMapOvr>
  <p:transition spd="slow" advClick="0" advTm="1000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C74BBE8-1815-4000-8008-945E8B56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E314DF-819C-4FF1-9C2E-69194E155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1525E-7C66-46A7-89CD-0A0836A4B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86BAB08-D03A-4FEF-8092-001CB785BBAB}" type="datetimeFigureOut">
              <a:rPr lang="zh-CN" altLang="en-US" smtClean="0"/>
              <a:pPr/>
              <a:t>2026/5/8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69161-46AB-416B-9C71-590B71BBF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47D277-5155-4804-A42E-790F5C4F8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8AB37BB-E8A6-440B-8775-2A002C97BC5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9202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 advTm="1000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2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jpg"/><Relationship Id="rId4" Type="http://schemas.openxmlformats.org/officeDocument/2006/relationships/image" Target="../media/image2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EA6CA8BE-1744-42CB-AF91-E913C4466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80166" cy="68580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C681044E-E053-42B7-808E-A41BAAC6449C}"/>
              </a:ext>
            </a:extLst>
          </p:cNvPr>
          <p:cNvSpPr/>
          <p:nvPr/>
        </p:nvSpPr>
        <p:spPr>
          <a:xfrm>
            <a:off x="4764087" y="3658848"/>
            <a:ext cx="7062727" cy="36933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900" b="1" spc="300">
                <a:solidFill>
                  <a:srgbClr val="113F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Therearemomentsinlifewhenyoumisssomeonesomuchthatyoujustwanttopickthemfromyourdreamsandhugthemforreal!</a:t>
            </a:r>
            <a:endParaRPr lang="en-US" altLang="zh-CN" sz="900" b="1" spc="300" dirty="0">
              <a:solidFill>
                <a:srgbClr val="113F4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226707D0-568E-446A-B476-87F58A172B16}"/>
              </a:ext>
            </a:extLst>
          </p:cNvPr>
          <p:cNvSpPr/>
          <p:nvPr/>
        </p:nvSpPr>
        <p:spPr>
          <a:xfrm>
            <a:off x="4764087" y="4080883"/>
            <a:ext cx="3146633" cy="593680"/>
          </a:xfrm>
          <a:prstGeom prst="roundRect">
            <a:avLst>
              <a:gd name="adj" fmla="val 0"/>
            </a:avLst>
          </a:prstGeom>
          <a:solidFill>
            <a:srgbClr val="2F9790"/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商業分析決策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7805D0-3C5E-4B70-854E-72AD90721F03}"/>
              </a:ext>
            </a:extLst>
          </p:cNvPr>
          <p:cNvSpPr/>
          <p:nvPr/>
        </p:nvSpPr>
        <p:spPr>
          <a:xfrm>
            <a:off x="5392617" y="1964610"/>
            <a:ext cx="6142892" cy="170816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0500" b="1">
                <a:solidFill>
                  <a:srgbClr val="113F4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endParaRPr lang="zh-CN" altLang="en-US" sz="10500" b="1" dirty="0">
              <a:solidFill>
                <a:srgbClr val="55C0A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7">
            <a:extLst>
              <a:ext uri="{FF2B5EF4-FFF2-40B4-BE49-F238E27FC236}">
                <a16:creationId xmlns:a16="http://schemas.microsoft.com/office/drawing/2014/main" id="{7279E109-A6EA-418B-9FFC-27111CBF6B4E}"/>
              </a:ext>
            </a:extLst>
          </p:cNvPr>
          <p:cNvSpPr/>
          <p:nvPr/>
        </p:nvSpPr>
        <p:spPr>
          <a:xfrm>
            <a:off x="7910720" y="4080883"/>
            <a:ext cx="2407523" cy="593680"/>
          </a:xfrm>
          <a:prstGeom prst="roundRect">
            <a:avLst>
              <a:gd name="adj" fmla="val 0"/>
            </a:avLst>
          </a:prstGeom>
          <a:solidFill>
            <a:srgbClr val="113F4E"/>
          </a:solidFill>
          <a:ln w="1270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輕鬆學系列</a:t>
            </a:r>
            <a:endParaRPr lang="zh-CN" altLang="en-US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10">
            <a:extLst>
              <a:ext uri="{FF2B5EF4-FFF2-40B4-BE49-F238E27FC236}">
                <a16:creationId xmlns:a16="http://schemas.microsoft.com/office/drawing/2014/main" id="{9756078C-A76D-4882-9B0E-0A6FD4E99336}"/>
              </a:ext>
            </a:extLst>
          </p:cNvPr>
          <p:cNvGrpSpPr/>
          <p:nvPr/>
        </p:nvGrpSpPr>
        <p:grpSpPr>
          <a:xfrm>
            <a:off x="4450221" y="3532222"/>
            <a:ext cx="7376593" cy="140548"/>
            <a:chOff x="4906190" y="1074957"/>
            <a:chExt cx="7854430" cy="166280"/>
          </a:xfrm>
          <a:solidFill>
            <a:srgbClr val="55C0AF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F39937-EAAF-416C-82A9-17B193653B95}"/>
                </a:ext>
              </a:extLst>
            </p:cNvPr>
            <p:cNvSpPr/>
            <p:nvPr/>
          </p:nvSpPr>
          <p:spPr>
            <a:xfrm>
              <a:off x="4906190" y="1074957"/>
              <a:ext cx="166280" cy="166280"/>
            </a:xfrm>
            <a:prstGeom prst="rect">
              <a:avLst/>
            </a:prstGeom>
            <a:solidFill>
              <a:srgbClr val="113F4E"/>
            </a:solidFill>
            <a:ln>
              <a:solidFill>
                <a:srgbClr val="113F4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1" name="直接连接符 25">
              <a:extLst>
                <a:ext uri="{FF2B5EF4-FFF2-40B4-BE49-F238E27FC236}">
                  <a16:creationId xmlns:a16="http://schemas.microsoft.com/office/drawing/2014/main" id="{BA19FF1F-AB22-4F92-A884-16AF5390B39D}"/>
                </a:ext>
              </a:extLst>
            </p:cNvPr>
            <p:cNvCxnSpPr>
              <a:stCxn id="10" idx="3"/>
            </p:cNvCxnSpPr>
            <p:nvPr/>
          </p:nvCxnSpPr>
          <p:spPr>
            <a:xfrm flipV="1">
              <a:off x="5072470" y="1097342"/>
              <a:ext cx="7688150" cy="60755"/>
            </a:xfrm>
            <a:prstGeom prst="line">
              <a:avLst/>
            </a:prstGeom>
            <a:solidFill>
              <a:srgbClr val="113F4E"/>
            </a:solidFill>
            <a:ln>
              <a:solidFill>
                <a:srgbClr val="113F4E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pic>
        <p:nvPicPr>
          <p:cNvPr id="12" name="圖片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538" y="2246742"/>
            <a:ext cx="1122276" cy="112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804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16A7B83-B7C0-4F4C-94CC-150681C0EF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11225281-4BDF-4421-9A8E-AA44C7DA140D}"/>
              </a:ext>
            </a:extLst>
          </p:cNvPr>
          <p:cNvGrpSpPr/>
          <p:nvPr/>
        </p:nvGrpSpPr>
        <p:grpSpPr>
          <a:xfrm>
            <a:off x="432328" y="317391"/>
            <a:ext cx="1126328" cy="1243276"/>
            <a:chOff x="589078" y="2173649"/>
            <a:chExt cx="1126328" cy="1243276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B8247F47-19E5-4E6A-8867-3423F2E7AEAE}"/>
                </a:ext>
              </a:extLst>
            </p:cNvPr>
            <p:cNvGrpSpPr/>
            <p:nvPr/>
          </p:nvGrpSpPr>
          <p:grpSpPr>
            <a:xfrm>
              <a:off x="589078" y="2173649"/>
              <a:ext cx="1126328" cy="1243276"/>
              <a:chOff x="1950418" y="3368985"/>
              <a:chExt cx="432211" cy="477089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1DFAF6ED-F573-463F-B0F6-4885B32E8488}"/>
                  </a:ext>
                </a:extLst>
              </p:cNvPr>
              <p:cNvSpPr/>
              <p:nvPr/>
            </p:nvSpPr>
            <p:spPr>
              <a:xfrm>
                <a:off x="1950418" y="3368985"/>
                <a:ext cx="353961" cy="353960"/>
              </a:xfrm>
              <a:prstGeom prst="rect">
                <a:avLst/>
              </a:prstGeom>
              <a:solidFill>
                <a:srgbClr val="113F4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9455EE8-908B-4D3E-81B2-AFC27CF43C63}"/>
                  </a:ext>
                </a:extLst>
              </p:cNvPr>
              <p:cNvSpPr/>
              <p:nvPr/>
            </p:nvSpPr>
            <p:spPr>
              <a:xfrm>
                <a:off x="2082519" y="3545965"/>
                <a:ext cx="300110" cy="300109"/>
              </a:xfrm>
              <a:prstGeom prst="rect">
                <a:avLst/>
              </a:prstGeom>
              <a:solidFill>
                <a:srgbClr val="55C0A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4CDD749-5E1D-4D14-861D-8AB76BB9010E}"/>
                </a:ext>
              </a:extLst>
            </p:cNvPr>
            <p:cNvSpPr txBox="1"/>
            <p:nvPr/>
          </p:nvSpPr>
          <p:spPr>
            <a:xfrm>
              <a:off x="907668" y="2220553"/>
              <a:ext cx="611065" cy="92333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5400" b="1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圖片 4">
            <a:extLst>
              <a:ext uri="{FF2B5EF4-FFF2-40B4-BE49-F238E27FC236}">
                <a16:creationId xmlns:a16="http://schemas.microsoft.com/office/drawing/2014/main" id="{4FB0CE6D-93C4-E4B9-1B11-CF5AE3670B9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106" y="2640053"/>
            <a:ext cx="4311333" cy="377672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066" y="405277"/>
            <a:ext cx="7501717" cy="240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719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2340528"/>
            <a:ext cx="11326941" cy="2211625"/>
          </a:xfrm>
          <a:prstGeom prst="rect">
            <a:avLst/>
          </a:prstGeom>
          <a:ln w="38100" cap="sq">
            <a:solidFill>
              <a:srgbClr val="0070C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54303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281" y="1286312"/>
            <a:ext cx="4143375" cy="76200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281" y="2038000"/>
            <a:ext cx="6953250" cy="161925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281" y="3788504"/>
            <a:ext cx="5067300" cy="72390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3725" y="4633346"/>
            <a:ext cx="6686550" cy="66675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281" y="5410553"/>
            <a:ext cx="688657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218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926" y="1704492"/>
            <a:ext cx="10339713" cy="254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8834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989" y="999830"/>
            <a:ext cx="9289908" cy="2784732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3389151" y="3879312"/>
            <a:ext cx="6135117" cy="2801311"/>
            <a:chOff x="3045171" y="4033370"/>
            <a:chExt cx="6495876" cy="2966035"/>
          </a:xfrm>
        </p:grpSpPr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5172" y="4033370"/>
              <a:ext cx="6495875" cy="1718112"/>
            </a:xfrm>
            <a:prstGeom prst="rect">
              <a:avLst/>
            </a:prstGeom>
          </p:spPr>
        </p:pic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5171" y="5684697"/>
              <a:ext cx="6442777" cy="13147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78258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095" y="999830"/>
            <a:ext cx="9504727" cy="3962211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9015" y="4893055"/>
            <a:ext cx="6747545" cy="196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913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72" y="1189212"/>
            <a:ext cx="10456294" cy="542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028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406" y="1020681"/>
            <a:ext cx="8933533" cy="401345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406" y="5185228"/>
            <a:ext cx="8933533" cy="1450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092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18" y="1526796"/>
            <a:ext cx="11050847" cy="450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924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1275127"/>
            <a:ext cx="11467157" cy="474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130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19" y="1426128"/>
            <a:ext cx="11133203" cy="427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749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770" y="736134"/>
            <a:ext cx="7817658" cy="6037976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5328" y="129304"/>
            <a:ext cx="2876550" cy="514350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4260622" y="1134360"/>
            <a:ext cx="4026615" cy="338554"/>
          </a:xfrm>
          <a:prstGeom prst="rect">
            <a:avLst/>
          </a:prstGeom>
          <a:solidFill>
            <a:srgbClr val="F8F8F8"/>
          </a:solidFill>
        </p:spPr>
        <p:txBody>
          <a:bodyPr wrap="none" rtlCol="0">
            <a:spAutoFit/>
          </a:bodyPr>
          <a:lstStyle/>
          <a:p>
            <a:r>
              <a:rPr lang="en-US" altLang="zh-TW" sz="1600" smtClean="0">
                <a:solidFill>
                  <a:schemeClr val="bg1">
                    <a:lumMod val="50000"/>
                  </a:schemeClr>
                </a:solidFill>
              </a:rPr>
              <a:t>sessions</a:t>
            </a:r>
            <a:r>
              <a:rPr lang="en-US" altLang="zh-TW" sz="1600" smtClean="0">
                <a:solidFill>
                  <a:schemeClr val="bg1">
                    <a:lumMod val="50000"/>
                  </a:schemeClr>
                </a:solidFill>
              </a:rPr>
              <a:t>=pd.read_csv</a:t>
            </a:r>
            <a:r>
              <a:rPr lang="en-US" altLang="zh-TW" sz="1600" smtClean="0">
                <a:solidFill>
                  <a:schemeClr val="bg1">
                    <a:lumMod val="50000"/>
                  </a:schemeClr>
                </a:solidFill>
              </a:rPr>
              <a:t>(‘</a:t>
            </a:r>
            <a:r>
              <a:rPr lang="en-US" altLang="zh-TW" sz="1600" smtClean="0">
                <a:solidFill>
                  <a:schemeClr val="bg1">
                    <a:lumMod val="50000"/>
                  </a:schemeClr>
                </a:solidFill>
              </a:rPr>
              <a:t>data/raw/sessions.csv</a:t>
            </a:r>
            <a:r>
              <a:rPr lang="en-US" altLang="zh-TW" sz="1600" smtClean="0">
                <a:solidFill>
                  <a:schemeClr val="bg1">
                    <a:lumMod val="50000"/>
                  </a:schemeClr>
                </a:solidFill>
              </a:rPr>
              <a:t>’)</a:t>
            </a:r>
            <a:endParaRPr lang="zh-TW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260622" y="886108"/>
            <a:ext cx="4061257" cy="338554"/>
          </a:xfrm>
          <a:prstGeom prst="rect">
            <a:avLst/>
          </a:prstGeom>
          <a:solidFill>
            <a:srgbClr val="F8F8F8"/>
          </a:solidFill>
        </p:spPr>
        <p:txBody>
          <a:bodyPr wrap="square" rtlCol="0">
            <a:spAutoFit/>
          </a:bodyPr>
          <a:lstStyle/>
          <a:p>
            <a:r>
              <a:rPr lang="en-US" altLang="zh-TW" sz="1600" smtClean="0">
                <a:solidFill>
                  <a:schemeClr val="bg1">
                    <a:lumMod val="50000"/>
                  </a:schemeClr>
                </a:solidFill>
              </a:rPr>
              <a:t>import pandas as pd</a:t>
            </a:r>
            <a:endParaRPr lang="zh-TW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359580" y="1478518"/>
            <a:ext cx="739215" cy="253916"/>
          </a:xfrm>
          <a:prstGeom prst="rect">
            <a:avLst/>
          </a:prstGeom>
          <a:solidFill>
            <a:srgbClr val="F8F8F8"/>
          </a:solidFill>
        </p:spPr>
        <p:txBody>
          <a:bodyPr wrap="square" rtlCol="0">
            <a:spAutoFit/>
          </a:bodyPr>
          <a:lstStyle/>
          <a:p>
            <a:r>
              <a:rPr lang="en-US" altLang="zh-TW" sz="1050" b="1" smtClean="0">
                <a:solidFill>
                  <a:srgbClr val="FF0000"/>
                </a:solidFill>
              </a:rPr>
              <a:t>(sessions)</a:t>
            </a:r>
            <a:endParaRPr lang="zh-TW" altLang="en-US" sz="1050" b="1">
              <a:solidFill>
                <a:srgbClr val="FF0000"/>
              </a:solidFill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561289" y="6373464"/>
            <a:ext cx="17299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smtClean="0">
                <a:solidFill>
                  <a:schemeClr val="accent5">
                    <a:lumMod val="75000"/>
                  </a:schemeClr>
                </a:solidFill>
              </a:rPr>
              <a:t>lesson03(sessions)</a:t>
            </a:r>
            <a:endParaRPr lang="zh-TW" altLang="en-US" sz="16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473239" y="1687283"/>
            <a:ext cx="4061257" cy="338554"/>
          </a:xfrm>
          <a:prstGeom prst="rect">
            <a:avLst/>
          </a:prstGeom>
          <a:solidFill>
            <a:srgbClr val="F8F8F8"/>
          </a:solidFill>
        </p:spPr>
        <p:txBody>
          <a:bodyPr wrap="square" rtlCol="0">
            <a:spAutoFit/>
          </a:bodyPr>
          <a:lstStyle/>
          <a:p>
            <a:endParaRPr lang="zh-TW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4473239" y="2488458"/>
            <a:ext cx="4061257" cy="584775"/>
          </a:xfrm>
          <a:prstGeom prst="rect">
            <a:avLst/>
          </a:prstGeom>
          <a:solidFill>
            <a:srgbClr val="F8F8F8"/>
          </a:solidFill>
        </p:spPr>
        <p:txBody>
          <a:bodyPr wrap="square" rtlCol="0">
            <a:spAutoFit/>
          </a:bodyPr>
          <a:lstStyle/>
          <a:p>
            <a:endParaRPr lang="en-US" altLang="zh-TW" sz="160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zh-TW" altLang="en-US" sz="16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459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grpSp>
        <p:nvGrpSpPr>
          <p:cNvPr id="4" name="群組 3"/>
          <p:cNvGrpSpPr/>
          <p:nvPr/>
        </p:nvGrpSpPr>
        <p:grpSpPr>
          <a:xfrm>
            <a:off x="3875009" y="266628"/>
            <a:ext cx="8263238" cy="6318730"/>
            <a:chOff x="1736127" y="1132776"/>
            <a:chExt cx="8048625" cy="5934075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6127" y="1132776"/>
              <a:ext cx="8048625" cy="1085850"/>
            </a:xfrm>
            <a:prstGeom prst="rect">
              <a:avLst/>
            </a:prstGeom>
          </p:spPr>
        </p:pic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6127" y="2218626"/>
              <a:ext cx="7953375" cy="48482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69439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65" y="1385188"/>
            <a:ext cx="10654576" cy="475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525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grpSp>
        <p:nvGrpSpPr>
          <p:cNvPr id="4" name="群組 3"/>
          <p:cNvGrpSpPr/>
          <p:nvPr/>
        </p:nvGrpSpPr>
        <p:grpSpPr>
          <a:xfrm>
            <a:off x="419449" y="1460615"/>
            <a:ext cx="11232859" cy="4262321"/>
            <a:chOff x="419449" y="1192167"/>
            <a:chExt cx="11232859" cy="4262321"/>
          </a:xfrm>
        </p:grpSpPr>
        <p:pic>
          <p:nvPicPr>
            <p:cNvPr id="2" name="圖片 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9449" y="1192167"/>
              <a:ext cx="11232859" cy="3522637"/>
            </a:xfrm>
            <a:prstGeom prst="rect">
              <a:avLst/>
            </a:prstGeom>
          </p:spPr>
        </p:pic>
        <p:pic>
          <p:nvPicPr>
            <p:cNvPr id="3" name="圖片 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247" y="4648628"/>
              <a:ext cx="11037116" cy="8058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849609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88" y="1182000"/>
            <a:ext cx="10505813" cy="5293229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788" y="1092715"/>
            <a:ext cx="56483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169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8">
            <a:extLst>
              <a:ext uri="{FF2B5EF4-FFF2-40B4-BE49-F238E27FC236}">
                <a16:creationId xmlns:a16="http://schemas.microsoft.com/office/drawing/2014/main" id="{C53C28E3-DC0F-4C61-A42D-5AC7B5E4C36E}"/>
              </a:ext>
            </a:extLst>
          </p:cNvPr>
          <p:cNvSpPr txBox="1"/>
          <p:nvPr/>
        </p:nvSpPr>
        <p:spPr>
          <a:xfrm>
            <a:off x="1178373" y="266628"/>
            <a:ext cx="2696636" cy="754053"/>
          </a:xfrm>
          <a:prstGeom prst="rect">
            <a:avLst/>
          </a:prstGeom>
          <a:noFill/>
        </p:spPr>
        <p:txBody>
          <a:bodyPr wrap="none" rtlCol="0" anchor="t" anchorCtr="1">
            <a:spAutoFit/>
          </a:bodyPr>
          <a:lstStyle/>
          <a:p>
            <a:pPr algn="ctr"/>
            <a:r>
              <a:rPr lang="en-US" altLang="zh-CN" sz="3600" b="1" spc="600">
                <a:solidFill>
                  <a:srgbClr val="2F979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Poppins SemiBold" charset="0"/>
              </a:rPr>
              <a:t>PYTHON</a:t>
            </a:r>
          </a:p>
          <a:p>
            <a:pPr algn="ctr"/>
            <a:r>
              <a:rPr lang="en-US" altLang="zh-CN" sz="700" b="1" kern="1000" cap="all" spc="30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Microsoft JhengHei Light" panose="020B0304030504040204" pitchFamily="34" charset="-122"/>
              </a:rPr>
              <a:t>THEbeautifysimplelanguage</a:t>
            </a:r>
            <a:endParaRPr lang="zh-CN" altLang="en-US" sz="700" b="1" kern="1000" cap="all" spc="300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Microsoft JhengHei Light" panose="020B0304030504040204" pitchFamily="34" charset="-122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04" y="338662"/>
            <a:ext cx="661168" cy="661168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835" y="1970800"/>
            <a:ext cx="10345461" cy="344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835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千图网拥有20W+精美PPT模板 更多PPT模板下载至：www.58pic.com/office/ppt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21456</TotalTime>
  <Words>73</Words>
  <Application>Microsoft Office PowerPoint</Application>
  <PresentationFormat>寬螢幕</PresentationFormat>
  <Paragraphs>59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7" baseType="lpstr">
      <vt:lpstr>等线</vt:lpstr>
      <vt:lpstr>等线 Light</vt:lpstr>
      <vt:lpstr>Microsoft JhengHei Light</vt:lpstr>
      <vt:lpstr>微软雅黑</vt:lpstr>
      <vt:lpstr>Poppins SemiBold</vt:lpstr>
      <vt:lpstr>微軟正黑體</vt:lpstr>
      <vt:lpstr>新細明體</vt:lpstr>
      <vt:lpstr>Arial</vt:lpstr>
      <vt:lpstr>千图网拥有20W+精美PPT模板 更多PPT模板下载至：www.58pic.com/office/ppt​​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dc:description>http://www.ypppt.com/</dc:description>
  <cp:lastModifiedBy>JAMES</cp:lastModifiedBy>
  <cp:revision>430</cp:revision>
  <dcterms:created xsi:type="dcterms:W3CDTF">2018-02-23T07:21:57Z</dcterms:created>
  <dcterms:modified xsi:type="dcterms:W3CDTF">2026-05-09T00:48:49Z</dcterms:modified>
</cp:coreProperties>
</file>